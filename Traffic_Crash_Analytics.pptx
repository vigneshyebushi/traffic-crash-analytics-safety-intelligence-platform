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9" r:id="rId6"/>
    <p:sldId id="262" r:id="rId7"/>
    <p:sldId id="264" r:id="rId8"/>
    <p:sldId id="263" r:id="rId9"/>
    <p:sldId id="270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47" autoAdjust="0"/>
    <p:restoredTop sz="86423" autoAdjust="0"/>
  </p:normalViewPr>
  <p:slideViewPr>
    <p:cSldViewPr snapToGrid="0" snapToObjects="1">
      <p:cViewPr varScale="1">
        <p:scale>
          <a:sx n="91" d="100"/>
          <a:sy n="91" d="100"/>
        </p:scale>
        <p:origin x="81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445F8-D683-42B5-9B92-2A727077488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D1353-0FC6-40CC-AE7E-5097D96A7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04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D1353-0FC6-40CC-AE7E-5097D96A70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88349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2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5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79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7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3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5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8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9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0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64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98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86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10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57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44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5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0837" y="965200"/>
            <a:ext cx="5529263" cy="340468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Crash Analytics &amp; Safety Intelligence Platform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0837" y="4503906"/>
            <a:ext cx="5529263" cy="1388892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Vignesh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Yebushi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Name : AIML-C-WD-E-B54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Python | SQLite | SQL | Pandas 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78172"/>
            <a:ext cx="7704667" cy="1510019"/>
          </a:xfrm>
        </p:spPr>
        <p:txBody>
          <a:bodyPr>
            <a:normAutofit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1988191"/>
            <a:ext cx="7704667" cy="39596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Traffic Crash Analytics &amp; Safety Intelligence Platform is a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built with the aid of  Python, SQLite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traffic accident data and provide useful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on road safety, trends in accidents, accident patterns,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accident causality risks. In this project, different advanced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methods have been used to find out risk hotspots, risky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periods, and accident causality factors from the traffic data set.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and business intelligence obtained through the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are displayed through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763399"/>
            <a:ext cx="7704667" cy="1610686"/>
          </a:xfrm>
        </p:spPr>
        <p:txBody>
          <a:bodyPr>
            <a:normAutofit/>
          </a:bodyPr>
          <a:lstStyle/>
          <a:p>
            <a:r>
              <a:rPr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 STATEMENT</a:t>
            </a:r>
            <a:endParaRPr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968" y="2438400"/>
            <a:ext cx="7704667" cy="27208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crash data contains valuable insights that can help improve road safety, optimize emergency response, and support policy decisions. However, extracting meaningful insights from large-scale structured data requires strong SQL and analytical skills. 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ECHNOLOGY STACK</a:t>
            </a:r>
            <a:endParaRPr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06305"/>
            <a:ext cx="7704667" cy="3793511"/>
          </a:xfrm>
        </p:spPr>
        <p:txBody>
          <a:bodyPr>
            <a:normAutofit lnSpcReduction="1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3.12.4 )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load the CSV data into SQLite, execute SQL queries. It was also used to connect the SQLite database with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(version3):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Used to store and manage the traffic crash data in a structured relational database. It is lightweight, serverless, and easily integrates with Python, making it suitable for this analytics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(version 1.58.0)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create an interactive dashboard for displaying query results and business insights.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90C3-5B3E-D3C5-802A-46518E74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276837"/>
            <a:ext cx="7704667" cy="1249959"/>
          </a:xfrm>
        </p:spPr>
        <p:txBody>
          <a:bodyPr>
            <a:normAutofit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48F2A2-083D-9045-EBC6-E58DCA2D8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133" y="1812022"/>
            <a:ext cx="7809529" cy="42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8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51671"/>
            <a:ext cx="7704667" cy="1140901"/>
          </a:xfrm>
        </p:spPr>
        <p:txBody>
          <a:bodyPr>
            <a:normAutofit/>
          </a:bodyPr>
          <a:lstStyle/>
          <a:p>
            <a:r>
              <a:rPr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NALYSIS</a:t>
            </a:r>
            <a:endParaRPr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5794" y="1392572"/>
            <a:ext cx="6132353" cy="50082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analytical SQL queries implemented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SQL Concepts Used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BY()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CASE()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HAVING()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CTE()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ROW_NUMBER()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LAG()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Queries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 Analysis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Contributing Causes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Injury Rate Analysis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87041"/>
          </a:xfrm>
        </p:spPr>
        <p:txBody>
          <a:bodyPr>
            <a:normAutofit fontScale="90000"/>
          </a:bodyPr>
          <a:lstStyle/>
          <a:p>
            <a:r>
              <a:rPr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TREAMLIT DASHBOARD</a:t>
            </a:r>
            <a:endParaRPr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EBBF141-614D-26E7-9899-C4522E44E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4459" y="1803634"/>
            <a:ext cx="7617203" cy="4253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85227"/>
            <a:ext cx="7704667" cy="1258348"/>
          </a:xfrm>
        </p:spPr>
        <p:txBody>
          <a:bodyPr>
            <a:normAutofit fontScale="90000"/>
          </a:bodyPr>
          <a:lstStyle/>
          <a:p>
            <a:r>
              <a:rPr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AMPLE QUERY RESULTS</a:t>
            </a:r>
            <a:endParaRPr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0DECE8C-DE21-4D1F-E13D-CDA218666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454" y="1669409"/>
            <a:ext cx="7704666" cy="4337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070115-E740-F34B-DAC5-0458A615F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22" y="796955"/>
            <a:ext cx="8002476" cy="50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95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63210"/>
          </a:xfrm>
        </p:spPr>
        <p:txBody>
          <a:bodyPr/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53299"/>
            <a:ext cx="7704667" cy="4246517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analyzed 660,934 traffic crash records using Python, SQLite,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crash hotspots, injury patterns, peak crash periods, and major contributing causes through advanced SQL analysis.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interactive dashboard that converts raw crash data into meaningful insights for road safety planning.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data analytics can support data-driven decisions to improve traffic safety and reduce accident risks.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431</TotalTime>
  <Words>376</Words>
  <Application>Microsoft Office PowerPoint</Application>
  <PresentationFormat>On-screen Show (4:3)</PresentationFormat>
  <Paragraphs>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Corbel</vt:lpstr>
      <vt:lpstr>Times New Roman</vt:lpstr>
      <vt:lpstr>Parallax</vt:lpstr>
      <vt:lpstr>Traffic Crash Analytics &amp; Safety Intelligence Platform</vt:lpstr>
      <vt:lpstr>ABSTRACT</vt:lpstr>
      <vt:lpstr>PROBLEM STATEMENT</vt:lpstr>
      <vt:lpstr>TECHNOLOGY STACK</vt:lpstr>
      <vt:lpstr>ARCHITECTURE </vt:lpstr>
      <vt:lpstr>SQL ANALYSIS</vt:lpstr>
      <vt:lpstr>STREAMLIT DASHBOARD</vt:lpstr>
      <vt:lpstr>SAMPLE QUERY RESULTS</vt:lpstr>
      <vt:lpstr>PowerPoint Presentation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Snehal Sonkamble</dc:creator>
  <cp:keywords/>
  <dc:description>generated using python-pptx</dc:description>
  <cp:lastModifiedBy>SNEHAL SONY</cp:lastModifiedBy>
  <cp:revision>3</cp:revision>
  <dcterms:created xsi:type="dcterms:W3CDTF">2013-01-27T09:14:16Z</dcterms:created>
  <dcterms:modified xsi:type="dcterms:W3CDTF">2026-06-07T15:51:58Z</dcterms:modified>
  <cp:category/>
</cp:coreProperties>
</file>